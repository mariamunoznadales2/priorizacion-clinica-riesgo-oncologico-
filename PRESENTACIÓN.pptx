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3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65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461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Personalizado</PresentationFormat>
  <Paragraphs>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 Muñoz Nadales</cp:lastModifiedBy>
  <cp:revision>2</cp:revision>
  <dcterms:created xsi:type="dcterms:W3CDTF">2026-05-13T07:23:19Z</dcterms:created>
  <dcterms:modified xsi:type="dcterms:W3CDTF">2026-05-13T07:24:05Z</dcterms:modified>
</cp:coreProperties>
</file>